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Alpha — W35 (Weekly)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 ID: R001 | Owner: GPSE1 | Status: Final</a:t>
            </a:r>
          </a:p>
          <a:p>
            <a:r>
              <a:t>Generated: 2026-01-15 23:44:18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(Latest Snapshot)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SLA: 99.2%</a:t>
            </a:r>
          </a:p>
          <a:p>
            <a:pPr>
              <a:defRPr sz="1800"/>
            </a:pPr>
            <a:r>
              <a:t>P1 Incidents: 1</a:t>
            </a:r>
          </a:p>
          <a:p>
            <a:pPr>
              <a:defRPr sz="1800"/>
            </a:pPr>
            <a:r>
              <a:t>MTTR: 45 min</a:t>
            </a:r>
          </a:p>
          <a:p>
            <a:pPr>
              <a:defRPr sz="1800"/>
            </a:pPr>
            <a:r>
              <a:t>Risk Count: 2</a:t>
            </a:r>
          </a:p>
          <a:p>
            <a:pPr>
              <a:defRPr sz="1800"/>
            </a:pPr>
            <a:r>
              <a:t>RAG Status: Green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Versions /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v2: Added KPI clarifications and updated risks.</a:t>
            </a:r>
          </a:p>
          <a:p>
            <a:pPr>
              <a:defRPr sz="1800"/>
            </a:pPr>
            <a:r>
              <a:t>v1: Initial weekly report draft.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